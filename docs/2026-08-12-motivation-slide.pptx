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15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研究動機  · 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700" b="1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既有框架把「訂單」當成不可分割的最小單位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2801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3320186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3320186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94560"/>
            <a:ext cx="277154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一張訂單只能整批指派給一個站台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44368"/>
            <a:ext cx="2771546" cy="566928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7892a9de930e06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14" y="2987801"/>
            <a:ext cx="1209294" cy="4800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" y="3675888"/>
            <a:ext cx="277154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250" b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這是為了可解性而存在的建模慣例，不是倉庫的物理規則——真實倉庫沒有這條規定。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5754" y="1627632"/>
            <a:ext cx="3320186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5754" y="1627632"/>
            <a:ext cx="3320186" cy="45720"/>
          </a:xfrm>
          <a:prstGeom prst="rect">
            <a:avLst/>
          </a:prstGeom>
          <a:solidFill>
            <a:srgbClr val="B8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0074" y="188366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1">
                <a:solidFill>
                  <a:srgbClr val="B8861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0074" y="2194560"/>
            <a:ext cx="277154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代價：整單必須在單站被湊齊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0074" y="2944368"/>
            <a:ext cx="2771546" cy="566928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e93c116ec951e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434" y="2985515"/>
            <a:ext cx="2036826" cy="4846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10074" y="3675888"/>
            <a:ext cx="277154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250" b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訂單能被指派的前提，是該站台的貨架湊得齊它的每一項商品。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250" b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SKU 多樣性上升、貨架容量有限 ⟹ 這個條件越來越難成立，一趟貨架能服務的訂單數因而受限。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13140" y="1627632"/>
            <a:ext cx="3320186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13140" y="1627632"/>
            <a:ext cx="3320186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7460" y="188366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7460" y="2194560"/>
            <a:ext cx="277154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放寬：決策原子由「訂單」降到「件」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87460" y="2944368"/>
            <a:ext cx="2771546" cy="566928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4c046f68abb4d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3159" y="3094100"/>
            <a:ext cx="1200150" cy="26746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87460" y="3675888"/>
            <a:ext cx="277154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250" b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同一張訂單的不同商品，可由不同貨架、不同站台、不同期別供應。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250" b="1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拆單不是新增的功能，是決策原子變細之後自然容許的結果。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6570" y="3017520"/>
            <a:ext cx="2011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2200" b="1">
                <a:solidFill>
                  <a:srgbClr val="D5D0C6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3956" y="3017520"/>
            <a:ext cx="2011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2200" b="1">
                <a:solidFill>
                  <a:srgbClr val="D5D0C6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065776"/>
            <a:ext cx="10874959" cy="1316736"/>
          </a:xfrm>
          <a:prstGeom prst="rect">
            <a:avLst/>
          </a:prstGeom>
          <a:solidFill>
            <a:srgbClr val="12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5065776"/>
            <a:ext cx="50292" cy="131673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5" y="524865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1">
                <a:solidFill>
                  <a:srgbClr val="7EB8BD"/>
                </a:solidFill>
                <a:latin typeface="Microsoft JhengHei"/>
                <a:ea typeface="Microsoft JhengHei"/>
                <a:cs typeface="Microsoft JhengHei"/>
              </a:rPr>
              <a:t>但拆單無法外掛於既有流程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5" y="555955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50" b="0">
                <a:solidFill>
                  <a:srgbClr val="B9C4CC"/>
                </a:solidFill>
                <a:latin typeface="Microsoft JhengHei"/>
                <a:ea typeface="Microsoft JhengHei"/>
                <a:cs typeface="Microsoft JhengHei"/>
              </a:rPr>
              <a:t>拆分的判準來自貨架供給，而拆分方案本身即訂單指派的解。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250" b="1">
                <a:solidFill>
                  <a:srgbClr val="F4F2ED"/>
                </a:solidFill>
                <a:latin typeface="Microsoft JhengHei"/>
                <a:ea typeface="Microsoft JhengHei"/>
                <a:cs typeface="Microsoft JhengHei"/>
              </a:rPr>
              <a:t>⟹ 必須與 OA / PS / TA 聯合決定。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4807" y="5266944"/>
            <a:ext cx="10972" cy="914400"/>
          </a:xfrm>
          <a:prstGeom prst="rect">
            <a:avLst/>
          </a:prstGeom>
          <a:solidFill>
            <a:srgbClr val="3A4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0568" y="524865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1">
                <a:solidFill>
                  <a:srgbClr val="7EB8BD"/>
                </a:solidFill>
                <a:latin typeface="Microsoft JhengHei"/>
                <a:ea typeface="Microsoft JhengHei"/>
                <a:cs typeface="Microsoft JhengHei"/>
              </a:rPr>
              <a:t>本研究要回答的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5559552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F4F2ED"/>
                </a:solidFill>
                <a:latin typeface="Microsoft JhengHei"/>
                <a:ea typeface="Microsoft JhengHei"/>
                <a:cs typeface="Microsoft JhengHei"/>
              </a:rPr>
              <a:t>在資訊不完整的線上聯合決策中，把決策原子降到單位，並於「模型層」與「實務規模」兩個層次量測其效果。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