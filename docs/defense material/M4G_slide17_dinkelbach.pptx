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6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79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Dinkelbach loop for one decision epoch. Four exits with measured frequencies: no feasible non-empty plan 1.63%, tolerance convergence 1.73%, D*=0 (sunk stock only) 87.22%, trial degenerate 9.42%. The upper-bound jump is canon (UpperBoundJump=true) and repairs the one-sided search caused by the empty plan being feasible.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4128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01168" y="-116058"/>
            <a:ext cx="5243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λ within one decision epoch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63276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Center for Internet of Things Innovation, NTUST. All rights reserved.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版權所有 © 2026 國立臺灣科技大學 物聯網創新中心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89520" y="6272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material contained in this file is copyrighted.</a:t>
            </a:r>
            <a:endParaRPr lang="en-US" sz="8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 not use without the author's permission.</a:t>
            </a:r>
            <a:endParaRPr lang="en-US" sz="80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本檔案所含資料受著作權保護，未經所有人之同意請勿擅自使用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0" y="932688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32688"/>
            <a:ext cx="28346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← λ₀</a:t>
            </a:r>
            <a:endParaRPr lang="en-US" sz="12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extract travel ÷ lines closed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572768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72768"/>
            <a:ext cx="28346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  min D − λP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D*, objective;   P = (D* − objective) / 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313432"/>
            <a:ext cx="2011680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C55A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313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 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3136392"/>
            <a:ext cx="2377440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136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objective | ≤ tol 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913632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λ_next  =  D* / P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this solution actually achieved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4498848"/>
            <a:ext cx="2103120" cy="5486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C55A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498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λ_next ≤ 0 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5175504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5175504"/>
            <a:ext cx="28346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solve at λ_next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trial solution's 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4900" y="5687568"/>
            <a:ext cx="2148840" cy="5486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C55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4900" y="5687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 ≤ 0 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1353312"/>
            <a:ext cx="0" cy="201168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89320" y="2103120"/>
            <a:ext cx="0" cy="192024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9320" y="2898648"/>
            <a:ext cx="0" cy="219456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89320" y="3721608"/>
            <a:ext cx="0" cy="173736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89320" y="4370832"/>
            <a:ext cx="0" cy="109728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89320" y="5065776"/>
            <a:ext cx="0" cy="91440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89320" y="5596128"/>
            <a:ext cx="0" cy="73152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071616" y="29260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71616" y="37490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71616" y="502920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732520" y="3200400"/>
            <a:ext cx="3063240" cy="438912"/>
          </a:xfrm>
          <a:prstGeom prst="roundRect">
            <a:avLst>
              <a:gd name="adj" fmla="val 10417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200400"/>
            <a:ext cx="3063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break-even reached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surplus left to price out          1.73%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3419856"/>
            <a:ext cx="1554480" cy="0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287768" y="3246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732520" y="4553712"/>
            <a:ext cx="3063240" cy="438912"/>
          </a:xfrm>
          <a:prstGeom prst="roundRect">
            <a:avLst>
              <a:gd name="adj" fmla="val 10417"/>
            </a:avLst>
          </a:prstGeom>
          <a:solidFill>
            <a:srgbClr val="FBE5D6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4553712"/>
            <a:ext cx="3063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D* = 0, nothing dispatched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stock only; no price to learn from     87.22%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4773168"/>
            <a:ext cx="1691640" cy="0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150608" y="45994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732520" y="5742432"/>
            <a:ext cx="3063240" cy="438912"/>
          </a:xfrm>
          <a:prstGeom prst="roundRect">
            <a:avLst>
              <a:gd name="adj" fmla="val 10417"/>
            </a:avLst>
          </a:prstGeom>
          <a:solidFill>
            <a:srgbClr val="FBE5D6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5742432"/>
            <a:ext cx="30632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keep previous λ and solution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overshooting into “do nothing”     9.42%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068312" y="5961888"/>
            <a:ext cx="1664208" cy="0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178040" y="57881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2377440"/>
            <a:ext cx="2788920" cy="438912"/>
          </a:xfrm>
          <a:prstGeom prst="roundRect">
            <a:avLst>
              <a:gd name="adj" fmla="val 10417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2377440"/>
            <a:ext cx="2788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← provable upper bound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dispatch that closes one line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 flipH="1">
            <a:off x="3291840" y="2596896"/>
            <a:ext cx="1691640" cy="0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822192" y="24231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1897380" y="1856232"/>
            <a:ext cx="0" cy="521208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97380" y="1856232"/>
            <a:ext cx="2263140" cy="0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65960" y="1636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 at the bound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127248"/>
            <a:ext cx="2788920" cy="438912"/>
          </a:xfrm>
          <a:prstGeom prst="roundRect">
            <a:avLst>
              <a:gd name="adj" fmla="val 10417"/>
            </a:avLst>
          </a:prstGeom>
          <a:solidFill>
            <a:srgbClr val="FBE5D6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3127248"/>
            <a:ext cx="2788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no feasible non-empty plan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idle robot: the empty plan is the only option    1.63%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97380" y="2816352"/>
            <a:ext cx="0" cy="292608"/>
          </a:xfrm>
          <a:prstGeom prst="line">
            <a:avLst/>
          </a:prstGeom>
          <a:noFill/>
          <a:ln w="1460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952244" y="2862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 above λ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 flipH="1">
            <a:off x="4160520" y="5961888"/>
            <a:ext cx="731520" cy="0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160520" y="1856232"/>
            <a:ext cx="0" cy="4105656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60520" y="1856232"/>
            <a:ext cx="393192" cy="0"/>
          </a:xfrm>
          <a:prstGeom prst="line">
            <a:avLst/>
          </a:prstGeom>
          <a:noFill/>
          <a:ln w="1460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2103120" y="5989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adopt  λ ← λ_next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127248" y="39136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again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999232" y="4114800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5 iterations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732520" y="932688"/>
            <a:ext cx="3063240" cy="658368"/>
          </a:xfrm>
          <a:prstGeom prst="rect">
            <a:avLst/>
          </a:prstGeom>
          <a:solidFill>
            <a:srgbClr val="F4F6FA"/>
          </a:solidFill>
          <a:ln w="10160">
            <a:solidFill>
              <a:srgbClr val="D6DCE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 V = λP</a:t>
            </a:r>
            <a:endParaRPr lang="en-US" sz="10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are measured exit frequencies over 4,735 decisions (canon M4G, 5 seeds).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322</Words>
  <Application>Microsoft Office PowerPoint</Application>
  <PresentationFormat>寬螢幕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M11301111</cp:lastModifiedBy>
  <cp:revision>2</cp:revision>
  <dcterms:created xsi:type="dcterms:W3CDTF">2026-09-07T08:37:04Z</dcterms:created>
  <dcterms:modified xsi:type="dcterms:W3CDTF">2026-09-07T08:48:45Z</dcterms:modified>
</cp:coreProperties>
</file>